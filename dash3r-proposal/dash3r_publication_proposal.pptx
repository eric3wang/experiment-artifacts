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C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</a:t>
            </a:r>
            <a:pPr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93852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adaptation of 3D foundation models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in-the-wild driving video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8529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“Train where labels exist. Adapt where they don’t. Evaluate everywhere.”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2606040" cy="841248"/>
          </a:xfrm>
          <a:prstGeom prst="roundRect">
            <a:avLst>
              <a:gd name="adj" fmla="val 7609"/>
            </a:avLst>
          </a:prstGeom>
          <a:solidFill>
            <a:srgbClr val="16294A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380390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22776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Rig3R-V2 on labelled rigs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3611880"/>
            <a:ext cx="2606040" cy="841248"/>
          </a:xfrm>
          <a:prstGeom prst="roundRect">
            <a:avLst>
              <a:gd name="adj" fmla="val 7609"/>
            </a:avLst>
          </a:prstGeom>
          <a:solidFill>
            <a:srgbClr val="16294A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380390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92277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33088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LA-Pose on raw dashcam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3611880"/>
            <a:ext cx="2606040" cy="841248"/>
          </a:xfrm>
          <a:prstGeom prst="roundRect">
            <a:avLst>
              <a:gd name="adj" fmla="val 7609"/>
            </a:avLst>
          </a:prstGeom>
          <a:solidFill>
            <a:srgbClr val="16294A"/>
          </a:solidFill>
          <a:ln/>
        </p:spPr>
      </p:sp>
      <p:sp>
        <p:nvSpPr>
          <p:cNvPr id="15" name="Shape 11"/>
          <p:cNvSpPr/>
          <p:nvPr/>
        </p:nvSpPr>
        <p:spPr>
          <a:xfrm>
            <a:off x="6281928" y="3803904"/>
            <a:ext cx="457200" cy="457200"/>
          </a:xfrm>
          <a:prstGeom prst="ellipse">
            <a:avLst/>
          </a:prstGeom>
          <a:solidFill>
            <a:srgbClr val="27447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2277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76288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GT-free eval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Reprojection benchmark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Wayve Spatial Intelligence  ·  Eric Wang  ·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foundation models break on the driving long tail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075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124712"/>
            <a:ext cx="4315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3D works…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VGGT-class models deliver cameras, depth and point maps in one pass — trained largely on curated datasets with 3D ground truth.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58775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2404872"/>
            <a:ext cx="4315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…until the domain shifts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Dashcams: unknown intrinsics, rolling shutter, dynamic traffic, night, rain, new countries. Quality drops exactly where driving needs it most.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27447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8679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3685032"/>
            <a:ext cx="4315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labels can’t follow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+ RTK ground truth exists for a few rigs in a few cities. The long tail of cameras and geographies has none.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669280" y="960120"/>
            <a:ext cx="3017520" cy="3749040"/>
          </a:xfrm>
          <a:prstGeom prst="roundRect">
            <a:avLst>
              <a:gd name="adj" fmla="val 2424"/>
            </a:avLst>
          </a:prstGeom>
          <a:solidFill>
            <a:srgbClr val="0D1B2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89788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5897880" y="16642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dashcam video — label-free, every country, camera and weather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897880" y="2377440"/>
            <a:ext cx="2560320" cy="0"/>
          </a:xfrm>
          <a:prstGeom prst="line">
            <a:avLst/>
          </a:prstGeom>
          <a:noFill/>
          <a:ln w="12700">
            <a:solidFill>
              <a:srgbClr val="2E4A7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8978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HANDFUL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58978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rigs and cities with LiDAR + RTK ground-truth pose and depth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89788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we most need for generalization is the data we can neither label nor — until now — evaluate 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recipe: two training branches, one label-free feedback loop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377440" cy="1371600"/>
          </a:xfrm>
          <a:prstGeom prst="roundRect">
            <a:avLst>
              <a:gd name="adj" fmla="val 4667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61288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BRANCH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rig data: LiDAR depth + RTK pose, multi-camera rigs; synthetic exact GT (VK2, TartanAir, RE10K)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377440" cy="1371600"/>
          </a:xfrm>
          <a:prstGeom prst="roundRect">
            <a:avLst>
              <a:gd name="adj" fmla="val 4667"/>
            </a:avLst>
          </a:prstGeom>
          <a:solidFill>
            <a:srgbClr val="FCF1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852928"/>
            <a:ext cx="212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BRANCH (LA-POSE)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dashcam video (DTI): no pose, no depth, no calibration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0128" y="1325880"/>
            <a:ext cx="2523744" cy="2286000"/>
          </a:xfrm>
          <a:prstGeom prst="roundRect">
            <a:avLst>
              <a:gd name="adj" fmla="val 320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81328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VGGT BACKBONE (1B ViT)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finetuned end-to-end</a:t>
            </a:r>
            <a:endParaRPr lang="en-US" sz="12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Rig3R-V2 heads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pose · depth / point maps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scale · rig extrinsics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2331720" cy="2286000"/>
          </a:xfrm>
          <a:prstGeom prst="roundRect">
            <a:avLst>
              <a:gd name="adj" fmla="val 32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472184"/>
            <a:ext cx="2057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GT-FREE EVALUATION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BootsTAPIR feature tracks + frozen-pose bundle adjustment → reprojection error</a:t>
            </a:r>
            <a:endParaRPr lang="en-US" sz="11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000" b="1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odometry quality on ANY video — no GT pose, no calibration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62072" y="1737360"/>
            <a:ext cx="420624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62072" y="3429000"/>
            <a:ext cx="420624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61304" y="2468880"/>
            <a:ext cx="466344" cy="0"/>
          </a:xfrm>
          <a:prstGeom prst="line">
            <a:avLst/>
          </a:prstGeom>
          <a:noFill/>
          <a:ln w="31750">
            <a:solidFill>
              <a:srgbClr val="2744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16368" y="3611880"/>
            <a:ext cx="0" cy="612648"/>
          </a:xfrm>
          <a:prstGeom prst="line">
            <a:avLst/>
          </a:prstGeom>
          <a:noFill/>
          <a:ln w="19050">
            <a:solidFill>
              <a:srgbClr val="27447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645920" y="4224528"/>
            <a:ext cx="5870448" cy="0"/>
          </a:xfrm>
          <a:prstGeom prst="line">
            <a:avLst/>
          </a:prstGeom>
          <a:noFill/>
          <a:ln w="19050">
            <a:solidFill>
              <a:srgbClr val="27447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1645920" y="4133088"/>
            <a:ext cx="0" cy="91440"/>
          </a:xfrm>
          <a:prstGeom prst="line">
            <a:avLst/>
          </a:prstGeom>
          <a:noFill/>
          <a:ln w="19050">
            <a:solidFill>
              <a:srgbClr val="27447C"/>
            </a:solidFill>
            <a:prstDash val="dash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286000" y="42976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steer unlabelled data mix · measure OOD progress without GT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626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Semi-supervised: one shared geometry backbone, jointly trained on labelled rigs and unlabelled dashcam — evaluated everywhere.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1 · Rig3R-V2 — VGGT finetuned on labelled driving data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34440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051560"/>
            <a:ext cx="4270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VGGT 1B ViT finetuned end-to-end (DINOv3 encoder variant for ablation).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06654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185416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2002536"/>
            <a:ext cx="4270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Rig-aware, multi-camera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Rig3R lineage: 5–6 camera rigs, conditioning on and prediction of rig extrinsics.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1363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2953512"/>
            <a:ext cx="4270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SE(3) pose · depth or point maps · metric scale · camera extrinsics.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087368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3904488"/>
            <a:ext cx="4270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depth + RTK trajectories from real fleets (Wayve Gen1/Gen2 + partner data); synthetic exact-GT (Virtual KITTI 2, TartanAir V2, RE10K).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577840" y="1115568"/>
            <a:ext cx="3108960" cy="2057400"/>
          </a:xfrm>
          <a:prstGeom prst="roundRect">
            <a:avLst>
              <a:gd name="adj" fmla="val 3556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5760720" y="1271016"/>
            <a:ext cx="2788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labels buy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scale grounded by RTK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multi-camera geometry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dense depth supervision</a:t>
            </a:r>
            <a:endParaRPr lang="en-US" sz="13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trajectories at highway speed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577840" y="3401568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760720" y="353872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in-distribution — but every labelled hour comes from a rig we own. The open world doesn’t.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2 · LA-Pose — self-supervised ego-motion from raw dashcam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1556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34440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1051560"/>
            <a:ext cx="4224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monocular dashcam clips (e.g. DTI): no pose, no depth, calibration unknown and different in every run.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5856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2075688"/>
            <a:ext cx="4224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Latent-geometry inverse dynamics: image features + cross-frame transformer predict inter-frame translation and rotation.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28269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78992" y="3099816"/>
            <a:ext cx="4224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Self-supervision from cross-frame visual consistency — no human labels anywhere in the loop.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413308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251960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4069080"/>
            <a:ext cx="4224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ego signals (e.g. wheel speed) can anchor metric scale where available.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532120" y="100584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53212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t−1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7040880" y="100584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040880" y="10058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199632" y="1508760"/>
            <a:ext cx="0" cy="29260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699248" y="1508760"/>
            <a:ext cx="0" cy="29260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779008" y="182880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CF1DE"/>
          </a:solidFill>
          <a:ln/>
        </p:spPr>
      </p:sp>
      <p:sp>
        <p:nvSpPr>
          <p:cNvPr id="22" name="Text 16"/>
          <p:cNvSpPr/>
          <p:nvPr/>
        </p:nvSpPr>
        <p:spPr>
          <a:xfrm>
            <a:off x="5779008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geometry tokens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949440" y="2313432"/>
            <a:ext cx="0" cy="292608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779008" y="2633472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/>
        </p:spPr>
      </p:sp>
      <p:sp>
        <p:nvSpPr>
          <p:cNvPr id="25" name="Text 19"/>
          <p:cNvSpPr/>
          <p:nvPr/>
        </p:nvSpPr>
        <p:spPr>
          <a:xfrm>
            <a:off x="5779008" y="26334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pose (translation + rotation)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10728" y="2862072"/>
            <a:ext cx="39319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8503920" y="1234440"/>
            <a:ext cx="0" cy="1627632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 flipH="1">
            <a:off x="8385048" y="1234440"/>
            <a:ext cx="118872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5779008" y="31638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 consistency loss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532120" y="3584448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FCF1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715000" y="370332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branch lets the backbone see the target domain: every camera, country and weather the labelled fleet never visits.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joint training: labels give metric truth, video gives the distribution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73736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Semi-supervised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scale &amp;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Multi-camera rig geometry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to unlabelled dashcam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geographies, cameras, weather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geometry (depth / points)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AF0FA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Student and FixMatch showed unlabelled data lifts recognition at scale. Nobody has demonstrated the same for feed-forward 3D geometry on a foundation model — </a:t>
            </a:r>
            <a:pPr indent="0" marL="0">
              <a:buNone/>
            </a:pPr>
            <a:r>
              <a:rPr lang="en-US" sz="1200" b="1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demonstration is the paper.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GT-free evaluation — frozen-pose reprojection error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01952" cy="2423160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1115568"/>
            <a:ext cx="384048" cy="384048"/>
          </a:xfrm>
          <a:prstGeom prst="ellipse">
            <a:avLst/>
          </a:prstGeom>
          <a:solidFill>
            <a:srgbClr val="27447C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11338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664208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BootsTAPIR point tracks; Shi-Tomasi seeds, semantic filtering of dynamic objects, ~200 spatio-temporally diverse tracks per chunk.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2377440" y="2148840"/>
            <a:ext cx="173736" cy="0"/>
          </a:xfrm>
          <a:prstGeom prst="line">
            <a:avLst/>
          </a:prstGeom>
          <a:noFill/>
          <a:ln w="31750">
            <a:solidFill>
              <a:srgbClr val="27447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9464" y="960120"/>
            <a:ext cx="1901952" cy="2423160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115568"/>
            <a:ext cx="384048" cy="384048"/>
          </a:xfrm>
          <a:prstGeom prst="ellipse">
            <a:avLst/>
          </a:prstGeom>
          <a:solidFill>
            <a:srgbClr val="27447C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36392" y="11338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poses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664208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trajectory under test is fixed. The optimizer is never allowed to repair the poses being evaluated.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489704" y="2148840"/>
            <a:ext cx="173736" cy="0"/>
          </a:xfrm>
          <a:prstGeom prst="line">
            <a:avLst/>
          </a:prstGeom>
          <a:noFill/>
          <a:ln w="31750">
            <a:solidFill>
              <a:srgbClr val="27447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81728" y="960120"/>
            <a:ext cx="1901952" cy="2423160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1115568"/>
            <a:ext cx="384048" cy="384048"/>
          </a:xfrm>
          <a:prstGeom prst="ellipse">
            <a:avLst/>
          </a:prstGeom>
          <a:solidFill>
            <a:srgbClr val="27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48656" y="11338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rest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9744" y="1664208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Bundle-adjust 3D points + intrinsics (+ rig calibration) with robust Huber loss and motion-degeneracy priors.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601968" y="2148840"/>
            <a:ext cx="173736" cy="0"/>
          </a:xfrm>
          <a:prstGeom prst="line">
            <a:avLst/>
          </a:prstGeom>
          <a:noFill/>
          <a:ln w="31750">
            <a:solidFill>
              <a:srgbClr val="27447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93992" y="960120"/>
            <a:ext cx="1901952" cy="2423160"/>
          </a:xfrm>
          <a:prstGeom prst="roundRect">
            <a:avLst>
              <a:gd name="adj" fmla="val 3365"/>
            </a:avLst>
          </a:prstGeom>
          <a:solidFill>
            <a:srgbClr val="EAF0F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22008" y="1115568"/>
            <a:ext cx="384048" cy="384048"/>
          </a:xfrm>
          <a:prstGeom prst="ellipse">
            <a:avLst/>
          </a:prstGeom>
          <a:solidFill>
            <a:srgbClr val="27447C"/>
          </a:solidFill>
          <a:ln/>
        </p:spPr>
      </p:sp>
      <p:sp>
        <p:nvSpPr>
          <p:cNvPr id="23" name="Text 21"/>
          <p:cNvSpPr/>
          <p:nvPr/>
        </p:nvSpPr>
        <p:spPr>
          <a:xfrm>
            <a:off x="6922008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0" y="1133856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22008" y="1664208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inlier reprojection error: accurate poses ⇒ small residuals. Comparable across methods and datasets.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D1B2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7647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video — no GT pose, no calibration. </a:t>
            </a:r>
            <a:pPr indent="0" marL="0">
              <a:buNone/>
            </a:pPr>
            <a:r>
              <a:rPr lang="en-US" sz="12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deployed over 1,000 × 1-min DTI Japan segments and the Gen2 RTK benchmarks.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3159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“GT-Free Odometry Evaluation” (Notion) · spatial/eval/feature_tracking benchmark registry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train and test on reprojection” — pre-empting the reviewer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isn’t circular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690543"/>
            <a:ext cx="166787" cy="166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54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signal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uses an independent SOTA tracker (BootsTAPIR) — not the model’s own features, losses or correspondences.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262432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714671"/>
            <a:ext cx="166787" cy="166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786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poses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adjustment can never repair the trajectory under test; only points and intrinsics move.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85800" y="364845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738799"/>
            <a:ext cx="166787" cy="1667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3602736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Degeneracy handled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keep stopped / low-parallax motion well-posed without favouring any method.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663440" y="96012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FCF1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4892040" y="1115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we must ship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892040" y="160020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383" y="1690543"/>
            <a:ext cx="166787" cy="166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76672" y="1554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with GT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Rank-correlate the GT-free score with ATE/RPE wherever GT exists (Gen2 RTK, KITTI) — the headline validation figure.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892040" y="262432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383" y="2714671"/>
            <a:ext cx="166787" cy="16678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76672" y="2578608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injection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poses with controlled error; the metric must respond monotonically.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892040" y="364845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383" y="3738799"/>
            <a:ext cx="166787" cy="16678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76672" y="3602736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independence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with a second tracker (e.g. CoTracker); report GT metrics wherever GT exists, GT-free everywhere else.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already see internally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FCF1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 (DTI)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SSL wins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LA-Pose trained on raw dashcam outperforms the VGGT baseline on the GT-free reprojection benchmark.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 odometry dashboard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RIGS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Rig3R-V2 is competitive with the classical odometry stack on Gen2 RTK benchmarks.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numbers: Rig3R-V2 ablation page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2697480"/>
          </a:xfrm>
          <a:prstGeom prst="roundRect">
            <a:avLst>
              <a:gd name="adj" fmla="val 2759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7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AT 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segs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GT-free pipeline already runs over 1,000 × 1-min DTI Japan segments; &gt;90% of tracks pass visual inspection.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GT-free eval doc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416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numbers intentionally omitted here — pull from the odometry dashboard and the Rig3R-V2 ablation pages before circulating this deck.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 the paper needs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519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Validate the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GT-free ↔ ATE/RPE rank correlation on Gen2 RTK + KITTI; pose-noise sensitivity sweep; cross-tracker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the benchmark a citable 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Main OOD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GT: KITTI, nuScenes, Waymo, DDAD. GT-free on public dashcam (OpenDV-2K / BDD100K) + internal DTI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story beyond Wayve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Baselines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Feed-forward: VGGT, MASt3R, Pi3, MapAnything, CUT3R. Classical: COLMAP, DROID-SLAM, DPVO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 against both worlds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Ablations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Supervised-only vs SSL-only vs semi-supervised at matched compute; scaling in unlabelled hours; forgetting on generic 3D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1624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figure: OOD gap vs unlabelled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537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curve — OOD error vs unlabelled hours — is the figure reviewers will remember.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Dash3R: first semi-supervised adaptation of a 3D foundation model to unlabelled driving video at scale.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43000"/>
            <a:ext cx="420624" cy="420624"/>
          </a:xfrm>
          <a:prstGeom prst="ellipse">
            <a:avLst/>
          </a:prstGeom>
          <a:solidFill>
            <a:srgbClr val="27447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40680" y="1097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GT-free odometry evaluation protocol — toolkit and public dashcam splits released.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CF1D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70632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7249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OOD ego-motion on dashcam domains, with no in-distribution regression.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663440" y="2587752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770632"/>
            <a:ext cx="420624" cy="420624"/>
          </a:xfrm>
          <a:prstGeom prst="ellipse">
            <a:avLst/>
          </a:prstGeom>
          <a:solidFill>
            <a:srgbClr val="274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27249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study: how far do unlabelled hours close the OOD gap of 3D foundation models?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any fleet, any camera, any country — we can improve the model there and measure it there, without ground truth.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open questions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420624" cy="420624"/>
          </a:xfrm>
          <a:prstGeom prst="ellipse">
            <a:avLst/>
          </a:prstGeom>
          <a:solidFill>
            <a:srgbClr val="27447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282" y="1069482"/>
            <a:ext cx="201900" cy="201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91440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Circularity optics —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may distrust reprojection as both training signal and score — ship the validation block (slide 8) before anything else.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420624" cy="420624"/>
          </a:xfrm>
          <a:prstGeom prst="ellipse">
            <a:avLst/>
          </a:prstGeom>
          <a:solidFill>
            <a:srgbClr val="27447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82" y="1846722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69164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 —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corpora and benchmarks can’t be released — public-data track (OpenDV-2K / BDD100K) plus toolkit release; needs approval.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02920" y="251460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82" y="2623962"/>
            <a:ext cx="201900" cy="201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46888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—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“DAS3R” (2024, dynamic scene splatting) is uncomfortably close to “Dash3R” — verify clearance; “Rig3R-V2” remains the fallback.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02920" y="3291840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82" y="3401202"/>
            <a:ext cx="201900" cy="2019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24612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scenes —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objects can pollute evaluation tracks; stronger per-frame semantic filtering is a known TODO of the eval pipeline.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02920" y="4069080"/>
            <a:ext cx="420624" cy="420624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82" y="4178442"/>
            <a:ext cx="201900" cy="2019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402336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— </a:t>
            </a:r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OOD gain from self-supervision, or simply from more data? Matched-compute ablations must answer this cleanly.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submission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77240" y="1810512"/>
            <a:ext cx="7223760" cy="0"/>
          </a:xfrm>
          <a:prstGeom prst="line">
            <a:avLst/>
          </a:prstGeom>
          <a:noFill/>
          <a:ln w="25400">
            <a:solidFill>
              <a:srgbClr val="2E4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728216"/>
            <a:ext cx="164592" cy="164592"/>
          </a:xfrm>
          <a:prstGeom prst="ellipse">
            <a:avLst/>
          </a:prstGeom>
          <a:solidFill>
            <a:srgbClr val="5B79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5331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Jun–Jul ’26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536192" cy="1143000"/>
          </a:xfrm>
          <a:prstGeom prst="roundRect">
            <a:avLst>
              <a:gd name="adj" fmla="val 4800"/>
            </a:avLst>
          </a:prstGeom>
          <a:solidFill>
            <a:srgbClr val="1629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57984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GT-free metric; run feed-forward + classical baselines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80360" y="1728216"/>
            <a:ext cx="164592" cy="164592"/>
          </a:xfrm>
          <a:prstGeom prst="ellipse">
            <a:avLst/>
          </a:prstGeom>
          <a:solidFill>
            <a:srgbClr val="5B79A8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35331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’26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194560" y="2084832"/>
            <a:ext cx="1536192" cy="1143000"/>
          </a:xfrm>
          <a:prstGeom prst="roundRect">
            <a:avLst>
              <a:gd name="adj" fmla="val 4800"/>
            </a:avLst>
          </a:prstGeom>
          <a:solidFill>
            <a:srgbClr val="16294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2157984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SSL runs (OpenDV / BDD); scaling-curve sweep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728216"/>
            <a:ext cx="164592" cy="164592"/>
          </a:xfrm>
          <a:prstGeom prst="ellipse">
            <a:avLst/>
          </a:prstGeom>
          <a:solidFill>
            <a:srgbClr val="5B79A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35331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 ’26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40480" y="2084832"/>
            <a:ext cx="1536192" cy="1143000"/>
          </a:xfrm>
          <a:prstGeom prst="roundRect">
            <a:avLst>
              <a:gd name="adj" fmla="val 4800"/>
            </a:avLst>
          </a:prstGeom>
          <a:solidFill>
            <a:srgbClr val="16294A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157984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+ first draft (ICLR’27 abstract as stretch)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728216"/>
            <a:ext cx="164592" cy="164592"/>
          </a:xfrm>
          <a:prstGeom prst="ellipse">
            <a:avLst/>
          </a:prstGeom>
          <a:solidFill>
            <a:srgbClr val="5B79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35331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’26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0" y="2084832"/>
            <a:ext cx="1536192" cy="1143000"/>
          </a:xfrm>
          <a:prstGeom prst="roundRect">
            <a:avLst>
              <a:gd name="adj" fmla="val 4800"/>
            </a:avLst>
          </a:prstGeom>
          <a:solidFill>
            <a:srgbClr val="162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2157984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review; data / benchmark release approvals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18120" y="1728216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35331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’26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0" y="2084832"/>
            <a:ext cx="1536192" cy="1143000"/>
          </a:xfrm>
          <a:prstGeom prst="roundRect">
            <a:avLst>
              <a:gd name="adj" fmla="val 4800"/>
            </a:avLst>
          </a:prstGeom>
          <a:solidFill>
            <a:srgbClr val="16294A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157984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CVPR 2027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CVPR 2027 (Nov ’26)   ·   </a:t>
            </a:r>
            <a:pPr algn="ctr" indent="0" marL="0">
              <a:buNone/>
            </a:pPr>
            <a:r>
              <a:rPr lang="en-US" sz="1250" dirty="0">
                <a:solidFill>
                  <a:srgbClr val="B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ICLR 2027 (Sep ’26)   ·   Backup: 3DV / ICCV 2027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Dash3R: turn every unlabelled mile into training signal — and into a benchmark.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Dash3R - Publication Proposal</dc:title>
  <dc:subject>PptxGenJS Presentation</dc:subject>
  <dc:creator>Eric Wang</dc:creator>
  <cp:lastModifiedBy>Eric Wang</cp:lastModifiedBy>
  <cp:revision>1</cp:revision>
  <dcterms:created xsi:type="dcterms:W3CDTF">2026-06-12T05:30:45Z</dcterms:created>
  <dcterms:modified xsi:type="dcterms:W3CDTF">2026-06-12T05:30:45Z</dcterms:modified>
</cp:coreProperties>
</file>