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0" name="Rectangle 9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6" name="Rectangle 25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5" name="Rectangle 34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" y="1818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1" name="Rectangle 50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59" name="Rectangle 58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7" name="Rectangle 66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or 73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088000" y="2070000"/>
            <a:ext cx="900000" cy="1044000"/>
          </a:xfrm>
          <a:prstGeom prst="roundRect">
            <a:avLst>
              <a:gd name="adj" fmla="val 20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Reassemble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88000" y="3131999"/>
            <a:ext cx="90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7385"/>
                </a:solidFill>
                <a:latin typeface="Work Sans"/>
              </a:rPr>
              <a:t>per frame, multi-scale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988000" y="2520000"/>
            <a:ext cx="252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/>
          <p:cNvGrpSpPr/>
          <p:nvPr/>
        </p:nvGrpSpPr>
        <p:grpSpPr>
          <a:xfrm>
            <a:off x="3380400" y="2224800"/>
            <a:ext cx="792000" cy="468000"/>
            <a:chOff x="3380400" y="2224800"/>
            <a:chExt cx="792000" cy="468000"/>
          </a:xfrm>
        </p:grpSpPr>
        <p:sp>
          <p:nvSpPr>
            <p:cNvPr id="79" name="Rectangle 78"/>
            <p:cNvSpPr/>
            <p:nvPr/>
          </p:nvSpPr>
          <p:spPr>
            <a:xfrm>
              <a:off x="3380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0" name="Connector 79"/>
            <p:cNvCxnSpPr/>
            <p:nvPr/>
          </p:nvCxnSpPr>
          <p:spPr>
            <a:xfrm>
              <a:off x="35388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36972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38556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40140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380400" y="2380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3380400" y="2536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3319200" y="2286000"/>
            <a:ext cx="792000" cy="468000"/>
            <a:chOff x="3319200" y="2286000"/>
            <a:chExt cx="792000" cy="468000"/>
          </a:xfrm>
        </p:grpSpPr>
        <p:sp>
          <p:nvSpPr>
            <p:cNvPr id="87" name="Rectangle 86"/>
            <p:cNvSpPr/>
            <p:nvPr/>
          </p:nvSpPr>
          <p:spPr>
            <a:xfrm>
              <a:off x="3319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34776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36360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37944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39528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3319200" y="2442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3319200" y="2598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/>
          <p:cNvGrpSpPr/>
          <p:nvPr/>
        </p:nvGrpSpPr>
        <p:grpSpPr>
          <a:xfrm>
            <a:off x="3258000" y="2347200"/>
            <a:ext cx="792000" cy="468000"/>
            <a:chOff x="3258000" y="2347200"/>
            <a:chExt cx="792000" cy="468000"/>
          </a:xfrm>
        </p:grpSpPr>
        <p:sp>
          <p:nvSpPr>
            <p:cNvPr id="95" name="Rectangle 94"/>
            <p:cNvSpPr/>
            <p:nvPr/>
          </p:nvSpPr>
          <p:spPr>
            <a:xfrm>
              <a:off x="3258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Connector 95"/>
            <p:cNvCxnSpPr/>
            <p:nvPr/>
          </p:nvCxnSpPr>
          <p:spPr>
            <a:xfrm>
              <a:off x="34164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5748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37332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38916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3258000" y="2503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3258000" y="2659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Connector 101"/>
          <p:cNvCxnSpPr/>
          <p:nvPr/>
        </p:nvCxnSpPr>
        <p:spPr>
          <a:xfrm>
            <a:off x="4230000" y="2520000"/>
            <a:ext cx="252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4500000" y="2106000"/>
            <a:ext cx="1548000" cy="827999"/>
          </a:xfrm>
          <a:prstGeom prst="roundRect">
            <a:avLst>
              <a:gd name="adj" fmla="val 2173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+ Upsample to H×W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048000" y="2520000"/>
            <a:ext cx="50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606000" y="2214000"/>
            <a:ext cx="2160000" cy="61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(Δx, Δy)</a:t>
            </a:r>
          </a:p>
          <a:p>
            <a:pPr algn="l"/>
            <a:r>
              <a:rPr sz="1200" b="0" i="0">
                <a:solidFill>
                  <a:srgbClr val="6B7385"/>
                </a:solidFill>
                <a:latin typeface="Work Sans"/>
              </a:rPr>
              <a:t>per pixel, t → t±1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0" name="Rectangle 9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6" name="Rectangle 25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5" name="Rectangle 34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" y="1818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1" name="Rectangle 50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59" name="Rectangle 58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7" name="Rectangle 66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or 73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088000" y="2070000"/>
            <a:ext cx="720000" cy="1044000"/>
          </a:xfrm>
          <a:prstGeom prst="roundRect">
            <a:avLst>
              <a:gd name="adj" fmla="val 25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SA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Block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×2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15999" y="3131999"/>
            <a:ext cx="864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808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/>
          <p:cNvGrpSpPr/>
          <p:nvPr/>
        </p:nvGrpSpPr>
        <p:grpSpPr>
          <a:xfrm>
            <a:off x="3236400" y="2224800"/>
            <a:ext cx="792000" cy="468000"/>
            <a:chOff x="3236400" y="2224800"/>
            <a:chExt cx="792000" cy="468000"/>
          </a:xfrm>
        </p:grpSpPr>
        <p:sp>
          <p:nvSpPr>
            <p:cNvPr id="79" name="Rectangle 78"/>
            <p:cNvSpPr/>
            <p:nvPr/>
          </p:nvSpPr>
          <p:spPr>
            <a:xfrm>
              <a:off x="3236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0" name="Connector 79"/>
            <p:cNvCxnSpPr/>
            <p:nvPr/>
          </p:nvCxnSpPr>
          <p:spPr>
            <a:xfrm>
              <a:off x="33948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35532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37116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38700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236400" y="2380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3236400" y="2536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3175200" y="2286000"/>
            <a:ext cx="792000" cy="468000"/>
            <a:chOff x="3175200" y="2286000"/>
            <a:chExt cx="792000" cy="468000"/>
          </a:xfrm>
        </p:grpSpPr>
        <p:sp>
          <p:nvSpPr>
            <p:cNvPr id="87" name="Rectangle 86"/>
            <p:cNvSpPr/>
            <p:nvPr/>
          </p:nvSpPr>
          <p:spPr>
            <a:xfrm>
              <a:off x="3175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33336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34920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36504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38088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3175200" y="2442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3175200" y="2598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/>
          <p:cNvGrpSpPr/>
          <p:nvPr/>
        </p:nvGrpSpPr>
        <p:grpSpPr>
          <a:xfrm>
            <a:off x="3114000" y="2347200"/>
            <a:ext cx="792000" cy="468000"/>
            <a:chOff x="3114000" y="2347200"/>
            <a:chExt cx="792000" cy="468000"/>
          </a:xfrm>
        </p:grpSpPr>
        <p:sp>
          <p:nvSpPr>
            <p:cNvPr id="95" name="Rectangle 94"/>
            <p:cNvSpPr/>
            <p:nvPr/>
          </p:nvSpPr>
          <p:spPr>
            <a:xfrm>
              <a:off x="3114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Connector 95"/>
            <p:cNvCxnSpPr/>
            <p:nvPr/>
          </p:nvCxnSpPr>
          <p:spPr>
            <a:xfrm>
              <a:off x="32724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4308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35892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37476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3114000" y="2503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3114000" y="2659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Connector 101"/>
          <p:cNvCxnSpPr/>
          <p:nvPr/>
        </p:nvCxnSpPr>
        <p:spPr>
          <a:xfrm>
            <a:off x="4086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4392000" y="2178000"/>
            <a:ext cx="1655999" cy="684000"/>
          </a:xfrm>
          <a:prstGeom prst="roundRect">
            <a:avLst>
              <a:gd name="adj" fmla="val 263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40000" y="1854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query  camera token per frame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220000" y="2070000"/>
            <a:ext cx="0" cy="1008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048000" y="2520000"/>
            <a:ext cx="50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606000" y="2214000"/>
            <a:ext cx="2160000" cy="61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(R, t)</a:t>
            </a:r>
          </a:p>
          <a:p>
            <a:pPr algn="l"/>
            <a:r>
              <a:rPr sz="1200" b="0" i="0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