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936000" cy="1044000"/>
          </a:xfrm>
          <a:prstGeom prst="roundRect">
            <a:avLst>
              <a:gd name="adj" fmla="val 1923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024000" y="2520000"/>
            <a:ext cx="23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398400" y="2224800"/>
            <a:ext cx="792000" cy="468000"/>
            <a:chOff x="3398400" y="2224800"/>
            <a:chExt cx="792000" cy="468000"/>
          </a:xfrm>
        </p:grpSpPr>
        <p:sp>
          <p:nvSpPr>
            <p:cNvPr id="78" name="Rectangle 77"/>
            <p:cNvSpPr/>
            <p:nvPr/>
          </p:nvSpPr>
          <p:spPr>
            <a:xfrm>
              <a:off x="3398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556799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715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873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4031999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398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398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337200" y="2286000"/>
            <a:ext cx="792000" cy="468000"/>
            <a:chOff x="3337200" y="2286000"/>
            <a:chExt cx="792000" cy="468000"/>
          </a:xfrm>
        </p:grpSpPr>
        <p:sp>
          <p:nvSpPr>
            <p:cNvPr id="86" name="Rectangle 85"/>
            <p:cNvSpPr/>
            <p:nvPr/>
          </p:nvSpPr>
          <p:spPr>
            <a:xfrm>
              <a:off x="3337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3495599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3654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812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970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337200" y="2442000"/>
              <a:ext cx="791999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337200" y="2598000"/>
              <a:ext cx="791999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3276000" y="2347200"/>
            <a:ext cx="792000" cy="468000"/>
            <a:chOff x="3276000" y="2347200"/>
            <a:chExt cx="792000" cy="468000"/>
          </a:xfrm>
        </p:grpSpPr>
        <p:sp>
          <p:nvSpPr>
            <p:cNvPr id="94" name="Rectangle 93"/>
            <p:cNvSpPr/>
            <p:nvPr/>
          </p:nvSpPr>
          <p:spPr>
            <a:xfrm>
              <a:off x="3276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3434399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3592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751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909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276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276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/>
          <p:cNvSpPr txBox="1"/>
          <p:nvPr/>
        </p:nvSpPr>
        <p:spPr>
          <a:xfrm>
            <a:off x="3204000" y="2862000"/>
            <a:ext cx="1007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6B7385"/>
                </a:solidFill>
                <a:latin typeface="Work Sans"/>
              </a:rPr>
              <a:t>multi-scale maps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248000" y="2520000"/>
            <a:ext cx="23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4500000" y="2142000"/>
            <a:ext cx="1548000" cy="756000"/>
          </a:xfrm>
          <a:prstGeom prst="roundRect">
            <a:avLst>
              <a:gd name="adj" fmla="val 238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1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048000" y="2520000"/>
            <a:ext cx="50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606000" y="2214000"/>
            <a:ext cx="216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(Δx, Δy)</a:t>
            </a:r>
          </a:p>
          <a:p>
            <a:pPr algn="l"/>
            <a:r>
              <a:rPr sz="1200" b="0" i="0">
                <a:solidFill>
                  <a:srgbClr val="6B7385"/>
                </a:solidFill>
                <a:latin typeface="Work Sans"/>
              </a:rPr>
              <a:t>per pixel, t → t±1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792000" cy="1044000"/>
          </a:xfrm>
          <a:prstGeom prst="roundRect">
            <a:avLst>
              <a:gd name="adj" fmla="val 2272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880000" y="2520000"/>
            <a:ext cx="23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254399" y="2224800"/>
            <a:ext cx="792000" cy="468000"/>
            <a:chOff x="3254399" y="2224800"/>
            <a:chExt cx="792000" cy="468000"/>
          </a:xfrm>
        </p:grpSpPr>
        <p:sp>
          <p:nvSpPr>
            <p:cNvPr id="78" name="Rectangle 77"/>
            <p:cNvSpPr/>
            <p:nvPr/>
          </p:nvSpPr>
          <p:spPr>
            <a:xfrm>
              <a:off x="3254399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412799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571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729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887999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254399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254399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193199" y="2286000"/>
            <a:ext cx="792001" cy="468000"/>
            <a:chOff x="3193199" y="2286000"/>
            <a:chExt cx="792001" cy="468000"/>
          </a:xfrm>
        </p:grpSpPr>
        <p:sp>
          <p:nvSpPr>
            <p:cNvPr id="86" name="Rectangle 85"/>
            <p:cNvSpPr/>
            <p:nvPr/>
          </p:nvSpPr>
          <p:spPr>
            <a:xfrm>
              <a:off x="3193199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3351599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3510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668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826799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193199" y="2442000"/>
              <a:ext cx="792001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193199" y="2598000"/>
              <a:ext cx="792001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3131999" y="2347200"/>
            <a:ext cx="792000" cy="468000"/>
            <a:chOff x="3131999" y="2347200"/>
            <a:chExt cx="792000" cy="468000"/>
          </a:xfrm>
        </p:grpSpPr>
        <p:sp>
          <p:nvSpPr>
            <p:cNvPr id="94" name="Rectangle 93"/>
            <p:cNvSpPr/>
            <p:nvPr/>
          </p:nvSpPr>
          <p:spPr>
            <a:xfrm>
              <a:off x="3131999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3290399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3448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607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765599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131999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131999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Connector 100"/>
          <p:cNvCxnSpPr/>
          <p:nvPr/>
        </p:nvCxnSpPr>
        <p:spPr>
          <a:xfrm>
            <a:off x="4104000" y="2520000"/>
            <a:ext cx="23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356000" y="2178000"/>
            <a:ext cx="1692000" cy="684000"/>
          </a:xfrm>
          <a:prstGeom prst="roundRect">
            <a:avLst>
              <a:gd name="adj" fmla="val 263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51999" y="1854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query  camera token per frame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202000" y="2070000"/>
            <a:ext cx="0" cy="100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048000" y="2520000"/>
            <a:ext cx="50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606000" y="2214000"/>
            <a:ext cx="216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(R, t)</a:t>
            </a:r>
          </a:p>
          <a:p>
            <a:pPr algn="l"/>
            <a:r>
              <a:rPr sz="1200" b="0" i="0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