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20400" y="525599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59200" y="586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8000" y="647999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962000" y="836999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04000" y="521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80000" y="836999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4157999" y="413999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4460400" y="597600"/>
            <a:ext cx="827999" cy="468000"/>
            <a:chOff x="4460400" y="597600"/>
            <a:chExt cx="827999" cy="468000"/>
          </a:xfrm>
        </p:grpSpPr>
        <p:sp>
          <p:nvSpPr>
            <p:cNvPr id="10" name="Rectangle 9"/>
            <p:cNvSpPr/>
            <p:nvPr/>
          </p:nvSpPr>
          <p:spPr>
            <a:xfrm>
              <a:off x="4460400" y="597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625999" y="597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91600" y="597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7200" y="597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5122799" y="597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460400" y="7536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60400" y="909599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4399200" y="658800"/>
            <a:ext cx="828000" cy="468000"/>
            <a:chOff x="4399200" y="658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4399200" y="658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564800" y="658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730400" y="658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895999" y="658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061600" y="658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399200" y="814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4399200" y="97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4338000" y="720000"/>
            <a:ext cx="827999" cy="468000"/>
            <a:chOff x="4338000" y="720000"/>
            <a:chExt cx="827999" cy="468000"/>
          </a:xfrm>
        </p:grpSpPr>
        <p:sp>
          <p:nvSpPr>
            <p:cNvPr id="26" name="Rectangle 25"/>
            <p:cNvSpPr/>
            <p:nvPr/>
          </p:nvSpPr>
          <p:spPr>
            <a:xfrm>
              <a:off x="4338000" y="720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4503599" y="72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669200" y="72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834800" y="72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000400" y="72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338000" y="87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4338000" y="103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5346000" y="846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562000" y="594000"/>
            <a:ext cx="828000" cy="468000"/>
            <a:chOff x="5562000" y="594000"/>
            <a:chExt cx="828000" cy="468000"/>
          </a:xfrm>
        </p:grpSpPr>
        <p:sp>
          <p:nvSpPr>
            <p:cNvPr id="35" name="Rectangle 34"/>
            <p:cNvSpPr/>
            <p:nvPr/>
          </p:nvSpPr>
          <p:spPr>
            <a:xfrm>
              <a:off x="5562000" y="594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727600" y="59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893199" y="59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6058799" y="59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6224400" y="59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5562000" y="749999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5562000" y="9060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6462000" y="413999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570000" y="827999"/>
            <a:ext cx="2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86000" y="827999"/>
            <a:ext cx="0" cy="702001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56000" y="1530000"/>
            <a:ext cx="5130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86000" y="1530000"/>
            <a:ext cx="702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56000" y="1530000"/>
            <a:ext cx="0" cy="2448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24000" y="1782000"/>
            <a:ext cx="2664000" cy="2412000"/>
          </a:xfrm>
          <a:prstGeom prst="roundRect">
            <a:avLst>
              <a:gd name="adj" fmla="val 7462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000" y="1836000"/>
            <a:ext cx="2484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0" y="1530000"/>
            <a:ext cx="0" cy="2448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240000" y="1782000"/>
            <a:ext cx="2664000" cy="2412000"/>
          </a:xfrm>
          <a:prstGeom prst="roundRect">
            <a:avLst>
              <a:gd name="adj" fmla="val 7462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66000" y="1836000"/>
            <a:ext cx="2484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488000" y="1530000"/>
            <a:ext cx="0" cy="2448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156000" y="1782000"/>
            <a:ext cx="2664000" cy="2412000"/>
          </a:xfrm>
          <a:prstGeom prst="roundRect">
            <a:avLst>
              <a:gd name="adj" fmla="val 7462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2000" y="1836000"/>
            <a:ext cx="2484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Tracking Head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8000" y="2232000"/>
            <a:ext cx="1655999" cy="468000"/>
          </a:xfrm>
          <a:prstGeom prst="roundRect">
            <a:avLst>
              <a:gd name="adj" fmla="val 3846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DPT Decoder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656000" y="2700000"/>
            <a:ext cx="0" cy="100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4000" y="3761999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43999" y="2232000"/>
            <a:ext cx="1655999" cy="468000"/>
          </a:xfrm>
          <a:prstGeom prst="roundRect">
            <a:avLst>
              <a:gd name="adj" fmla="val 3846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 Block ×2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0" y="2700000"/>
            <a:ext cx="0" cy="216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743999" y="2916000"/>
            <a:ext cx="1655999" cy="612000"/>
          </a:xfrm>
          <a:prstGeom prst="roundRect">
            <a:avLst>
              <a:gd name="adj" fmla="val 294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99" y="2718000"/>
            <a:ext cx="79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Work Sans"/>
              </a:rPr>
              <a:t>camera query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0" y="3528000"/>
            <a:ext cx="0" cy="18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240000" y="3761999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60000" y="2232000"/>
            <a:ext cx="1655999" cy="468000"/>
          </a:xfrm>
          <a:prstGeom prst="roundRect">
            <a:avLst>
              <a:gd name="adj" fmla="val 3846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488000" y="2700000"/>
            <a:ext cx="0" cy="216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660000" y="2916000"/>
            <a:ext cx="1655999" cy="612000"/>
          </a:xfrm>
          <a:prstGeom prst="roundRect">
            <a:avLst>
              <a:gd name="adj" fmla="val 294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Cross-Attention</a:t>
            </a:r>
          </a:p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Decoder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28000" y="2718000"/>
            <a:ext cx="936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Work Sans"/>
              </a:rPr>
              <a:t>query (u, v, t)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488000" y="3528000"/>
            <a:ext cx="0" cy="18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56000" y="3761999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124000"/>
            <a:ext cx="1655999" cy="792000"/>
          </a:xfrm>
          <a:prstGeom prst="roundRect">
            <a:avLst>
              <a:gd name="adj" fmla="val 2272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DPT Decoder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744000" y="2520000"/>
            <a:ext cx="79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608000" y="2304000"/>
            <a:ext cx="37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720000" cy="1044000"/>
          </a:xfrm>
          <a:prstGeom prst="roundRect">
            <a:avLst>
              <a:gd name="adj" fmla="val 25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Block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×2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808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3236400" y="2224800"/>
            <a:ext cx="792000" cy="468000"/>
            <a:chOff x="3236400" y="2224800"/>
            <a:chExt cx="792000" cy="468000"/>
          </a:xfrm>
        </p:grpSpPr>
        <p:sp>
          <p:nvSpPr>
            <p:cNvPr id="78" name="Rectangle 77"/>
            <p:cNvSpPr/>
            <p:nvPr/>
          </p:nvSpPr>
          <p:spPr>
            <a:xfrm>
              <a:off x="3236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33948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553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711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8700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236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236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175200" y="2286000"/>
            <a:ext cx="792000" cy="468000"/>
            <a:chOff x="3175200" y="2286000"/>
            <a:chExt cx="792000" cy="468000"/>
          </a:xfrm>
        </p:grpSpPr>
        <p:sp>
          <p:nvSpPr>
            <p:cNvPr id="86" name="Rectangle 85"/>
            <p:cNvSpPr/>
            <p:nvPr/>
          </p:nvSpPr>
          <p:spPr>
            <a:xfrm>
              <a:off x="3175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>
              <a:off x="33336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3492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650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808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175200" y="2442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175200" y="2598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3114000" y="2347200"/>
            <a:ext cx="792000" cy="468000"/>
            <a:chOff x="3114000" y="2347200"/>
            <a:chExt cx="792000" cy="468000"/>
          </a:xfrm>
        </p:grpSpPr>
        <p:sp>
          <p:nvSpPr>
            <p:cNvPr id="94" name="Rectangle 93"/>
            <p:cNvSpPr/>
            <p:nvPr/>
          </p:nvSpPr>
          <p:spPr>
            <a:xfrm>
              <a:off x="3114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32724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3430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589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747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114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114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Connector 100"/>
          <p:cNvCxnSpPr/>
          <p:nvPr/>
        </p:nvCxnSpPr>
        <p:spPr>
          <a:xfrm>
            <a:off x="4086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392000" y="2214000"/>
            <a:ext cx="1584000" cy="612000"/>
          </a:xfrm>
          <a:prstGeom prst="roundRect">
            <a:avLst>
              <a:gd name="adj" fmla="val 294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92000" y="185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camera query per frame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184000" y="2070000"/>
            <a:ext cx="0" cy="1368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976000" y="2520000"/>
            <a:ext cx="61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660000" y="2358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