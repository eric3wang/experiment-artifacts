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0" y="2214000"/>
            <a:ext cx="0" cy="14400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350000" y="2358000"/>
            <a:ext cx="6425999" cy="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50000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91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33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75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2000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000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Flow Head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8000" y="2844000"/>
            <a:ext cx="1763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Reassemble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per frame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50000" y="3258000"/>
            <a:ext cx="0" cy="162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68000" y="3438000"/>
            <a:ext cx="1763999" cy="576000"/>
          </a:xfrm>
          <a:prstGeom prst="roundRect">
            <a:avLst>
              <a:gd name="adj" fmla="val 3125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Fusion ×4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upsample to H×W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50000" y="4014000"/>
            <a:ext cx="0" cy="234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42000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(Δx, Δy) per pixel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84000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1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Camera Pose Head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10000" y="2844000"/>
            <a:ext cx="1763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 ×2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frame / clip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91999" y="3258000"/>
            <a:ext cx="0" cy="162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610000" y="3438000"/>
            <a:ext cx="1763999" cy="576000"/>
          </a:xfrm>
          <a:prstGeom prst="roundRect">
            <a:avLst>
              <a:gd name="adj" fmla="val 3125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250" b="0" i="0">
                <a:solidFill>
                  <a:srgbClr val="1F2433"/>
                </a:solidFill>
                <a:latin typeface="Work Sans"/>
              </a:rPr>
              <a:t>Camera Decoder ×4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local CA · global CA · SA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camera token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491999" y="4014000"/>
            <a:ext cx="0" cy="234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484000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(R, t) per frame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25999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3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2D Tracking Head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2000" y="2844000"/>
            <a:ext cx="1763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33999" y="3258000"/>
            <a:ext cx="0" cy="162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752000" y="3438000"/>
            <a:ext cx="1763999" cy="576000"/>
          </a:xfrm>
          <a:prstGeom prst="roundRect">
            <a:avLst>
              <a:gd name="adj" fmla="val 3125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Cross-Attn Decoder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(u, v, t)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33999" y="4014000"/>
            <a:ext cx="0" cy="234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625999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(x, y, vis)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7999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75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3D Tracking Head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93999" y="2844000"/>
            <a:ext cx="1763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 ×12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775999" y="3258000"/>
            <a:ext cx="0" cy="162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893999" y="3438000"/>
            <a:ext cx="1763999" cy="576000"/>
          </a:xfrm>
          <a:prstGeom prst="roundRect">
            <a:avLst>
              <a:gd name="adj" fmla="val 3125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Cross-Attn Decoder ×8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(u, v, t_src, t_tgt, t_cam)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75999" y="4014000"/>
            <a:ext cx="0" cy="234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767999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(X, Y, Z, vis)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0" y="2214000"/>
            <a:ext cx="0" cy="14400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350000" y="2358000"/>
            <a:ext cx="6425999" cy="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50000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91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33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75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2000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000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Flow Head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8000" y="2844000"/>
            <a:ext cx="1763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Reassemble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per frame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50000" y="3258000"/>
            <a:ext cx="0" cy="162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68000" y="3438000"/>
            <a:ext cx="1763999" cy="576000"/>
          </a:xfrm>
          <a:prstGeom prst="roundRect">
            <a:avLst>
              <a:gd name="adj" fmla="val 3125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Fusion ×4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upsample to H×W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50000" y="4014000"/>
            <a:ext cx="0" cy="234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42000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(Δx, Δy) per pixel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84000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1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Camera Pose Head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10000" y="2844000"/>
            <a:ext cx="1763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 ×2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frame / clip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91999" y="3258000"/>
            <a:ext cx="0" cy="162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610000" y="3438000"/>
            <a:ext cx="1763999" cy="576000"/>
          </a:xfrm>
          <a:prstGeom prst="roundRect">
            <a:avLst>
              <a:gd name="adj" fmla="val 3125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250" b="0" i="0">
                <a:solidFill>
                  <a:srgbClr val="1F2433"/>
                </a:solidFill>
                <a:latin typeface="Work Sans"/>
              </a:rPr>
              <a:t>Camera Decoder ×4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local CA · global CA · SA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camera token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491999" y="4014000"/>
            <a:ext cx="0" cy="234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484000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(R, t) per frame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25999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3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2D Tracking Head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2000" y="2844000"/>
            <a:ext cx="1763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33999" y="3258000"/>
            <a:ext cx="0" cy="162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752000" y="3438000"/>
            <a:ext cx="1763999" cy="576000"/>
          </a:xfrm>
          <a:prstGeom prst="roundRect">
            <a:avLst>
              <a:gd name="adj" fmla="val 3125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Cross-Attn Decoder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(u, v, t)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33999" y="4014000"/>
            <a:ext cx="0" cy="234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625999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(x, y, vis)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7999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75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3D Tracking Head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93999" y="2844000"/>
            <a:ext cx="1763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 ×12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775999" y="3258000"/>
            <a:ext cx="0" cy="162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893999" y="3438000"/>
            <a:ext cx="1763999" cy="576000"/>
          </a:xfrm>
          <a:prstGeom prst="roundRect">
            <a:avLst>
              <a:gd name="adj" fmla="val 3125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Cross-Attn Decoder ×8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(u, v, t_src, t_tgt, t_cam)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75999" y="4014000"/>
            <a:ext cx="0" cy="234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767999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(X, Y, Z, vis)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29999" y="2376000"/>
            <a:ext cx="2124000" cy="2519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1999" y="2376000"/>
            <a:ext cx="2124000" cy="2519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713999" y="2376000"/>
            <a:ext cx="2124000" cy="2519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0" y="2214000"/>
            <a:ext cx="0" cy="14400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350000" y="2358000"/>
            <a:ext cx="6425999" cy="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50000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91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33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75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2000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000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Flow Head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8000" y="2844000"/>
            <a:ext cx="1763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Reassemble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per frame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50000" y="3258000"/>
            <a:ext cx="0" cy="162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68000" y="3438000"/>
            <a:ext cx="1763999" cy="576000"/>
          </a:xfrm>
          <a:prstGeom prst="roundRect">
            <a:avLst>
              <a:gd name="adj" fmla="val 3125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Fusion ×4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upsample to H×W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50000" y="4014000"/>
            <a:ext cx="0" cy="234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42000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(Δx, Δy) per pixel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84000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1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Camera Pose Head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10000" y="2844000"/>
            <a:ext cx="1763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 ×2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frame / clip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91999" y="3258000"/>
            <a:ext cx="0" cy="162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610000" y="3438000"/>
            <a:ext cx="1763999" cy="576000"/>
          </a:xfrm>
          <a:prstGeom prst="roundRect">
            <a:avLst>
              <a:gd name="adj" fmla="val 3125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250" b="0" i="0">
                <a:solidFill>
                  <a:srgbClr val="1F2433"/>
                </a:solidFill>
                <a:latin typeface="Work Sans"/>
              </a:rPr>
              <a:t>Camera Decoder ×4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local CA · global CA · SA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camera token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491999" y="4014000"/>
            <a:ext cx="0" cy="234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484000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(R, t) per frame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25999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3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2D Tracking Head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2000" y="2844000"/>
            <a:ext cx="1763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33999" y="3258000"/>
            <a:ext cx="0" cy="162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752000" y="3438000"/>
            <a:ext cx="1763999" cy="576000"/>
          </a:xfrm>
          <a:prstGeom prst="roundRect">
            <a:avLst>
              <a:gd name="adj" fmla="val 3125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Cross-Attn Decoder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(u, v, t)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33999" y="4014000"/>
            <a:ext cx="0" cy="234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625999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(x, y, vis)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7999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75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3D Tracking Head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93999" y="2844000"/>
            <a:ext cx="1763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 ×12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775999" y="3258000"/>
            <a:ext cx="0" cy="162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893999" y="3438000"/>
            <a:ext cx="1763999" cy="576000"/>
          </a:xfrm>
          <a:prstGeom prst="roundRect">
            <a:avLst>
              <a:gd name="adj" fmla="val 3125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Cross-Attn Decoder ×8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(u, v, t_src, t_tgt, t_cam)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75999" y="4014000"/>
            <a:ext cx="0" cy="234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767999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(X, Y, Z, vis)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8000" y="2376000"/>
            <a:ext cx="2124000" cy="2519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1999" y="2376000"/>
            <a:ext cx="2124000" cy="2519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713999" y="2376000"/>
            <a:ext cx="2124000" cy="2519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0" y="2214000"/>
            <a:ext cx="0" cy="14400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350000" y="2358000"/>
            <a:ext cx="6425999" cy="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50000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91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33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75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2000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000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Flow Head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8000" y="2844000"/>
            <a:ext cx="1763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Reassemble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per frame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50000" y="3258000"/>
            <a:ext cx="0" cy="162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68000" y="3438000"/>
            <a:ext cx="1763999" cy="576000"/>
          </a:xfrm>
          <a:prstGeom prst="roundRect">
            <a:avLst>
              <a:gd name="adj" fmla="val 3125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Fusion ×4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upsample to H×W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50000" y="4014000"/>
            <a:ext cx="0" cy="234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42000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(Δx, Δy) per pixel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84000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1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Camera Pose Head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10000" y="2844000"/>
            <a:ext cx="1763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 ×2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frame / clip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91999" y="3258000"/>
            <a:ext cx="0" cy="162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610000" y="3438000"/>
            <a:ext cx="1763999" cy="576000"/>
          </a:xfrm>
          <a:prstGeom prst="roundRect">
            <a:avLst>
              <a:gd name="adj" fmla="val 3125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250" b="0" i="0">
                <a:solidFill>
                  <a:srgbClr val="1F2433"/>
                </a:solidFill>
                <a:latin typeface="Work Sans"/>
              </a:rPr>
              <a:t>Camera Decoder ×4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local CA · global CA · SA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camera token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491999" y="4014000"/>
            <a:ext cx="0" cy="234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484000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(R, t) per frame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25999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3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2D Tracking Head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2000" y="2844000"/>
            <a:ext cx="1763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33999" y="3258000"/>
            <a:ext cx="0" cy="162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752000" y="3438000"/>
            <a:ext cx="1763999" cy="576000"/>
          </a:xfrm>
          <a:prstGeom prst="roundRect">
            <a:avLst>
              <a:gd name="adj" fmla="val 3125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Cross-Attn Decoder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(u, v, t)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33999" y="4014000"/>
            <a:ext cx="0" cy="234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625999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(x, y, vis)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7999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75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3D Tracking Head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93999" y="2844000"/>
            <a:ext cx="1763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 ×12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775999" y="3258000"/>
            <a:ext cx="0" cy="162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893999" y="3438000"/>
            <a:ext cx="1763999" cy="576000"/>
          </a:xfrm>
          <a:prstGeom prst="roundRect">
            <a:avLst>
              <a:gd name="adj" fmla="val 3125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Cross-Attn Decoder ×8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(u, v, t_src, t_tgt, t_cam)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75999" y="4014000"/>
            <a:ext cx="0" cy="234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767999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(X, Y, Z, vis)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8000" y="2376000"/>
            <a:ext cx="2124000" cy="2519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29999" y="2376000"/>
            <a:ext cx="2124000" cy="2519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713999" y="2376000"/>
            <a:ext cx="2124000" cy="2519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0" y="2214000"/>
            <a:ext cx="0" cy="14400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350000" y="2358000"/>
            <a:ext cx="6425999" cy="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50000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91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33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75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2000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000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Flow Head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8000" y="2844000"/>
            <a:ext cx="1763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Reassemble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per frame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50000" y="3258000"/>
            <a:ext cx="0" cy="162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68000" y="3438000"/>
            <a:ext cx="1763999" cy="576000"/>
          </a:xfrm>
          <a:prstGeom prst="roundRect">
            <a:avLst>
              <a:gd name="adj" fmla="val 3125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Fusion ×4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upsample to H×W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50000" y="4014000"/>
            <a:ext cx="0" cy="234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42000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(Δx, Δy) per pixel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84000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1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Camera Pose Head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10000" y="2844000"/>
            <a:ext cx="1763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 ×2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frame / clip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91999" y="3258000"/>
            <a:ext cx="0" cy="162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610000" y="3438000"/>
            <a:ext cx="1763999" cy="576000"/>
          </a:xfrm>
          <a:prstGeom prst="roundRect">
            <a:avLst>
              <a:gd name="adj" fmla="val 3125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250" b="0" i="0">
                <a:solidFill>
                  <a:srgbClr val="1F2433"/>
                </a:solidFill>
                <a:latin typeface="Work Sans"/>
              </a:rPr>
              <a:t>Camera Decoder ×4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local CA · global CA · SA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camera token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491999" y="4014000"/>
            <a:ext cx="0" cy="234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484000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(R, t) per frame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25999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3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2D Tracking Head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2000" y="2844000"/>
            <a:ext cx="1763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33999" y="3258000"/>
            <a:ext cx="0" cy="162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752000" y="3438000"/>
            <a:ext cx="1763999" cy="576000"/>
          </a:xfrm>
          <a:prstGeom prst="roundRect">
            <a:avLst>
              <a:gd name="adj" fmla="val 3125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Cross-Attn Decoder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(u, v, t)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33999" y="4014000"/>
            <a:ext cx="0" cy="234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625999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(x, y, vis)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7999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75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3D Tracking Head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93999" y="2844000"/>
            <a:ext cx="1763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 ×12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775999" y="3258000"/>
            <a:ext cx="0" cy="162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893999" y="3438000"/>
            <a:ext cx="1763999" cy="576000"/>
          </a:xfrm>
          <a:prstGeom prst="roundRect">
            <a:avLst>
              <a:gd name="adj" fmla="val 3125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Cross-Attn Decoder ×8</a:t>
            </a:r>
          </a:p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(u, v, t_src, t_tgt, t_cam)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75999" y="4014000"/>
            <a:ext cx="0" cy="234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767999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(X, Y, Z, vis)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8000" y="2376000"/>
            <a:ext cx="2124000" cy="2519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29999" y="2376000"/>
            <a:ext cx="2124000" cy="2519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1999" y="2376000"/>
            <a:ext cx="2124000" cy="2519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