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image" Target="../media/image2.gif"/><Relationship Id="rId4" Type="http://schemas.openxmlformats.org/officeDocument/2006/relationships/image" Target="../media/image3.gif"/><Relationship Id="rId5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538000" y="1710000"/>
            <a:ext cx="1368000" cy="684000"/>
          </a:xfrm>
          <a:prstGeom prst="curvedConnector3">
            <a:avLst/>
          </a:prstGeom>
          <a:ln w="22225">
            <a:solidFill>
              <a:srgbClr val="4A5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5238000" y="1710000"/>
            <a:ext cx="1367999" cy="684000"/>
          </a:xfrm>
          <a:prstGeom prst="curvedConnector3">
            <a:avLst/>
          </a:prstGeom>
          <a:ln w="22225">
            <a:solidFill>
              <a:srgbClr val="4A5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538000" y="2862000"/>
            <a:ext cx="1368000" cy="864000"/>
          </a:xfrm>
          <a:prstGeom prst="curvedConnector3">
            <a:avLst/>
          </a:prstGeom>
          <a:ln w="22225">
            <a:solidFill>
              <a:srgbClr val="4A5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 flipV="1">
            <a:off x="5238000" y="2862000"/>
            <a:ext cx="1367999" cy="864000"/>
          </a:xfrm>
          <a:prstGeom prst="curvedConnector3">
            <a:avLst/>
          </a:prstGeom>
          <a:ln w="22225">
            <a:solidFill>
              <a:srgbClr val="4A5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906000" y="2070000"/>
            <a:ext cx="1332000" cy="1116000"/>
          </a:xfrm>
          <a:prstGeom prst="rect">
            <a:avLst/>
          </a:prstGeom>
          <a:solidFill>
            <a:srgbClr val="CFEEEA"/>
          </a:solidFill>
          <a:ln w="12700">
            <a:solidFill>
              <a:srgbClr val="8FB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26000" y="3294000"/>
            <a:ext cx="1692000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F2433"/>
                </a:solidFill>
                <a:latin typeface="Work Sans"/>
              </a:rPr>
              <a:t>Latent attention</a:t>
            </a:r>
          </a:p>
        </p:txBody>
      </p:sp>
      <p:pic>
        <p:nvPicPr>
          <p:cNvPr id="8" name="Picture 7" descr="track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00" y="972000"/>
            <a:ext cx="1475999" cy="1475999"/>
          </a:xfrm>
          <a:prstGeom prst="ellipse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62000" y="972000"/>
            <a:ext cx="1475999" cy="1475999"/>
          </a:xfrm>
          <a:prstGeom prst="ellipse">
            <a:avLst/>
          </a:prstGeom>
          <a:noFill/>
          <a:ln w="38100">
            <a:solidFill>
              <a:srgbClr val="2A7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612000"/>
            <a:ext cx="216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A7A80"/>
                </a:solidFill>
                <a:latin typeface="Work Sans"/>
              </a:rPr>
              <a:t>Tracking</a:t>
            </a:r>
          </a:p>
        </p:txBody>
      </p:sp>
      <p:pic>
        <p:nvPicPr>
          <p:cNvPr id="11" name="Picture 10" descr="flow_spli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999" y="972000"/>
            <a:ext cx="1475999" cy="1475999"/>
          </a:xfrm>
          <a:prstGeom prst="ellipse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6605999" y="972000"/>
            <a:ext cx="1475999" cy="1475999"/>
          </a:xfrm>
          <a:prstGeom prst="ellipse">
            <a:avLst/>
          </a:prstGeom>
          <a:noFill/>
          <a:ln w="38100">
            <a:solidFill>
              <a:srgbClr val="205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999" y="612000"/>
            <a:ext cx="216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050B0"/>
                </a:solidFill>
                <a:latin typeface="Work Sans"/>
              </a:rPr>
              <a:t>Optical flow</a:t>
            </a:r>
          </a:p>
        </p:txBody>
      </p:sp>
      <p:pic>
        <p:nvPicPr>
          <p:cNvPr id="14" name="Picture 13" descr="stereo_split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00" y="2988000"/>
            <a:ext cx="1475999" cy="1475999"/>
          </a:xfrm>
          <a:prstGeom prst="ellipse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062000" y="2988000"/>
            <a:ext cx="1475999" cy="1475999"/>
          </a:xfrm>
          <a:prstGeom prst="ellipse">
            <a:avLst/>
          </a:prstGeom>
          <a:noFill/>
          <a:ln w="38100">
            <a:solidFill>
              <a:srgbClr val="5A3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4554000"/>
            <a:ext cx="216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5A3FC4"/>
                </a:solidFill>
                <a:latin typeface="Work Sans"/>
              </a:rPr>
              <a:t>Stereo depth</a:t>
            </a:r>
          </a:p>
        </p:txBody>
      </p:sp>
      <p:pic>
        <p:nvPicPr>
          <p:cNvPr id="17" name="Picture 16" descr="pose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5999" y="2988000"/>
            <a:ext cx="1475999" cy="1475999"/>
          </a:xfrm>
          <a:prstGeom prst="ellipse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6605999" y="2988000"/>
            <a:ext cx="1475999" cy="1475999"/>
          </a:xfrm>
          <a:prstGeom prst="ellipse">
            <a:avLst/>
          </a:prstGeom>
          <a:noFill/>
          <a:ln w="38100">
            <a:solidFill>
              <a:srgbClr val="C05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999" y="4554000"/>
            <a:ext cx="216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0583C"/>
                </a:solidFill>
                <a:latin typeface="Work Sans"/>
              </a:rPr>
              <a:t>Camera pose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