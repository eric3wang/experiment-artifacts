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98000"/>
            <a:ext cx="1224000" cy="658800"/>
          </a:xfrm>
          <a:prstGeom prst="rect">
            <a:avLst/>
          </a:prstGeom>
        </p:spPr>
      </p:pic>
      <p:pic>
        <p:nvPicPr>
          <p:cNvPr id="3" name="Picture 2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90000"/>
            <a:ext cx="1224000" cy="65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" y="419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" y="1211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5999" y="527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5999" y="1319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31999" y="527400"/>
            <a:ext cx="0" cy="79200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31999" y="923400"/>
            <a:ext cx="288001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0000" y="563400"/>
            <a:ext cx="1080000" cy="7200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F949C"/>
                </a:solidFill>
                <a:latin typeface="Work Sans"/>
              </a:rPr>
              <a:t>IDM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1326600"/>
            <a:ext cx="1440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B6270"/>
                </a:solidFill>
                <a:latin typeface="Work Sans"/>
              </a:rPr>
              <a:t>Inverse dynamics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0" y="923400"/>
            <a:ext cx="97200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07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1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3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5999" y="125999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00" y="125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1999" y="125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4000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7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9999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1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15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5999" y="315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7999" y="315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60000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51999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44000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7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99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1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3999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75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7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0000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1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44000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07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99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9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83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75999" y="693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7999" y="693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60000" y="693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5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44000" y="693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07999" y="882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99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91999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3999" y="882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5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7999" y="882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60000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1999" y="882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44000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07999" y="1071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99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91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3999" y="1071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75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7999" y="1071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60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51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44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07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99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91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83999" y="1260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75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67999" y="1260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60000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51999" y="1260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44000" y="1260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07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99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091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83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75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67999" y="1449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60000" y="1449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51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44000" y="1449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61999" y="797400"/>
            <a:ext cx="1440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72000" y="1638000"/>
            <a:ext cx="0" cy="27000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50000" y="1908000"/>
            <a:ext cx="6425999" cy="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350000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2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000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pic>
        <p:nvPicPr>
          <p:cNvPr id="91" name="Picture 9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2430000"/>
            <a:ext cx="1800000" cy="1800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13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491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484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91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pic>
        <p:nvPicPr>
          <p:cNvPr id="96" name="Picture 95" descr="p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999" y="2430000"/>
            <a:ext cx="1800000" cy="1800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556000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33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625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33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pic>
        <p:nvPicPr>
          <p:cNvPr id="101" name="Picture 100" descr="track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99" y="2430000"/>
            <a:ext cx="1800000" cy="1800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697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vis) per point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775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67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75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pic>
        <p:nvPicPr>
          <p:cNvPr id="106" name="Picture 105" descr="ph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5999" y="2430000"/>
            <a:ext cx="1800000" cy="18000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839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Z, vis) per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98000"/>
            <a:ext cx="1224000" cy="658800"/>
          </a:xfrm>
          <a:prstGeom prst="rect">
            <a:avLst/>
          </a:prstGeom>
        </p:spPr>
      </p:pic>
      <p:pic>
        <p:nvPicPr>
          <p:cNvPr id="3" name="Picture 2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90000"/>
            <a:ext cx="1224000" cy="65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" y="419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" y="1211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5999" y="527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5999" y="1319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31999" y="527400"/>
            <a:ext cx="0" cy="79200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31999" y="923400"/>
            <a:ext cx="288001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0000" y="563400"/>
            <a:ext cx="1080000" cy="7200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F949C"/>
                </a:solidFill>
                <a:latin typeface="Work Sans"/>
              </a:rPr>
              <a:t>IDM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1326600"/>
            <a:ext cx="1440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B6270"/>
                </a:solidFill>
                <a:latin typeface="Work Sans"/>
              </a:rPr>
              <a:t>Inverse dynamics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0" y="923400"/>
            <a:ext cx="97200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07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1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3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5999" y="125999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00" y="125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1999" y="125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4000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7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9999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1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15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5999" y="315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7999" y="315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60000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51999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44000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7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99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1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3999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75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7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0000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1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44000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07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99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9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83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75999" y="693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7999" y="693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60000" y="693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5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44000" y="693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07999" y="882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99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91999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3999" y="882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5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7999" y="882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60000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1999" y="882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44000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07999" y="1071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99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91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3999" y="1071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75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7999" y="1071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60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51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44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07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99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91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83999" y="1260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75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67999" y="1260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60000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51999" y="1260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44000" y="1260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07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99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091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83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75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67999" y="1449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60000" y="1449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51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44000" y="1449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61999" y="797400"/>
            <a:ext cx="1440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72000" y="1638000"/>
            <a:ext cx="0" cy="27000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50000" y="1908000"/>
            <a:ext cx="6425999" cy="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350000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2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000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pic>
        <p:nvPicPr>
          <p:cNvPr id="91" name="Picture 9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2430000"/>
            <a:ext cx="1800000" cy="1800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13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491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484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91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pic>
        <p:nvPicPr>
          <p:cNvPr id="96" name="Picture 95" descr="p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999" y="2430000"/>
            <a:ext cx="1800000" cy="1800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556000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33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625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33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pic>
        <p:nvPicPr>
          <p:cNvPr id="101" name="Picture 100" descr="track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99" y="2430000"/>
            <a:ext cx="1800000" cy="1800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697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vis) per point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775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67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75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pic>
        <p:nvPicPr>
          <p:cNvPr id="106" name="Picture 105" descr="ph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5999" y="2430000"/>
            <a:ext cx="1800000" cy="18000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839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Z, vis) per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29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571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13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98000"/>
            <a:ext cx="1224000" cy="658800"/>
          </a:xfrm>
          <a:prstGeom prst="rect">
            <a:avLst/>
          </a:prstGeom>
        </p:spPr>
      </p:pic>
      <p:pic>
        <p:nvPicPr>
          <p:cNvPr id="3" name="Picture 2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90000"/>
            <a:ext cx="1224000" cy="65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" y="419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" y="1211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5999" y="527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5999" y="1319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31999" y="527400"/>
            <a:ext cx="0" cy="79200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31999" y="923400"/>
            <a:ext cx="288001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0000" y="563400"/>
            <a:ext cx="1080000" cy="7200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F949C"/>
                </a:solidFill>
                <a:latin typeface="Work Sans"/>
              </a:rPr>
              <a:t>IDM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1326600"/>
            <a:ext cx="1440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B6270"/>
                </a:solidFill>
                <a:latin typeface="Work Sans"/>
              </a:rPr>
              <a:t>Inverse dynamics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0" y="923400"/>
            <a:ext cx="97200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07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1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3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5999" y="125999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00" y="125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1999" y="125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4000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7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9999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1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15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5999" y="315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7999" y="315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60000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51999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44000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7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99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1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3999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75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7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0000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1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44000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07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99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9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83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75999" y="693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7999" y="693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60000" y="693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5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44000" y="693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07999" y="882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99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91999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3999" y="882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5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7999" y="882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60000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1999" y="882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44000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07999" y="1071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99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91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3999" y="1071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75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7999" y="1071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60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51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44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07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99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91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83999" y="1260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75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67999" y="1260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60000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51999" y="1260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44000" y="1260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07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99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091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83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75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67999" y="1449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60000" y="1449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51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44000" y="1449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61999" y="797400"/>
            <a:ext cx="1440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72000" y="1638000"/>
            <a:ext cx="0" cy="27000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50000" y="1908000"/>
            <a:ext cx="6425999" cy="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350000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2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000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pic>
        <p:nvPicPr>
          <p:cNvPr id="91" name="Picture 9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2430000"/>
            <a:ext cx="1800000" cy="1800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13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491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484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91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pic>
        <p:nvPicPr>
          <p:cNvPr id="96" name="Picture 95" descr="p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999" y="2430000"/>
            <a:ext cx="1800000" cy="1800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556000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33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625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33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pic>
        <p:nvPicPr>
          <p:cNvPr id="101" name="Picture 100" descr="track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99" y="2430000"/>
            <a:ext cx="1800000" cy="1800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697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vis) per point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775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67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75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pic>
        <p:nvPicPr>
          <p:cNvPr id="106" name="Picture 105" descr="ph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5999" y="2430000"/>
            <a:ext cx="1800000" cy="18000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839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Z, vis) per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8000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571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13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98000"/>
            <a:ext cx="1224000" cy="658800"/>
          </a:xfrm>
          <a:prstGeom prst="rect">
            <a:avLst/>
          </a:prstGeom>
        </p:spPr>
      </p:pic>
      <p:pic>
        <p:nvPicPr>
          <p:cNvPr id="3" name="Picture 2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90000"/>
            <a:ext cx="1224000" cy="65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" y="419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" y="1211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5999" y="527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5999" y="1319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31999" y="527400"/>
            <a:ext cx="0" cy="79200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31999" y="923400"/>
            <a:ext cx="288001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0000" y="563400"/>
            <a:ext cx="1080000" cy="7200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F949C"/>
                </a:solidFill>
                <a:latin typeface="Work Sans"/>
              </a:rPr>
              <a:t>IDM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1326600"/>
            <a:ext cx="1440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B6270"/>
                </a:solidFill>
                <a:latin typeface="Work Sans"/>
              </a:rPr>
              <a:t>Inverse dynamics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0" y="923400"/>
            <a:ext cx="97200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07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1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3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5999" y="125999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00" y="125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1999" y="125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4000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7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9999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1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15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5999" y="315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7999" y="315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60000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51999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44000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7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99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1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3999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75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7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0000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1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44000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07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99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9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83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75999" y="693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7999" y="693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60000" y="693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5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44000" y="693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07999" y="882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99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91999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3999" y="882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5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7999" y="882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60000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1999" y="882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44000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07999" y="1071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99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91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3999" y="1071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75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7999" y="1071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60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51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44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07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99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91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83999" y="1260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75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67999" y="1260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60000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51999" y="1260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44000" y="1260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07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99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091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83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75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67999" y="1449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60000" y="1449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51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44000" y="1449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61999" y="797400"/>
            <a:ext cx="1440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72000" y="1638000"/>
            <a:ext cx="0" cy="27000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50000" y="1908000"/>
            <a:ext cx="6425999" cy="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350000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2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000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pic>
        <p:nvPicPr>
          <p:cNvPr id="91" name="Picture 9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2430000"/>
            <a:ext cx="1800000" cy="1800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13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491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484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91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pic>
        <p:nvPicPr>
          <p:cNvPr id="96" name="Picture 95" descr="p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999" y="2430000"/>
            <a:ext cx="1800000" cy="1800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556000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33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625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33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pic>
        <p:nvPicPr>
          <p:cNvPr id="101" name="Picture 100" descr="track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99" y="2430000"/>
            <a:ext cx="1800000" cy="1800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697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vis) per point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775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67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75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pic>
        <p:nvPicPr>
          <p:cNvPr id="106" name="Picture 105" descr="ph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5999" y="2430000"/>
            <a:ext cx="1800000" cy="18000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839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Z, vis) per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8000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29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13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98000"/>
            <a:ext cx="1224000" cy="658800"/>
          </a:xfrm>
          <a:prstGeom prst="rect">
            <a:avLst/>
          </a:prstGeom>
        </p:spPr>
      </p:pic>
      <p:pic>
        <p:nvPicPr>
          <p:cNvPr id="3" name="Picture 2" descr="ph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90000"/>
            <a:ext cx="1224000" cy="65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" y="419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" y="1211400"/>
            <a:ext cx="648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1F2433"/>
                </a:solidFill>
                <a:latin typeface="Work Sans"/>
              </a:rPr>
              <a:t>Image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5999" y="527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5999" y="1319400"/>
            <a:ext cx="216000" cy="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31999" y="527400"/>
            <a:ext cx="0" cy="792000"/>
          </a:xfrm>
          <a:prstGeom prst="line">
            <a:avLst/>
          </a:prstGeom>
          <a:ln w="19050">
            <a:solidFill>
              <a:srgbClr val="7B8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31999" y="923400"/>
            <a:ext cx="288001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20000" y="563400"/>
            <a:ext cx="1080000" cy="720000"/>
          </a:xfrm>
          <a:prstGeom prst="roundRect">
            <a:avLst>
              <a:gd name="adj" fmla="val 12000"/>
            </a:avLst>
          </a:prstGeom>
          <a:solidFill>
            <a:srgbClr val="E3F2F1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3F949C"/>
                </a:solidFill>
                <a:latin typeface="Work Sans"/>
              </a:rPr>
              <a:t>IDM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000" y="1326600"/>
            <a:ext cx="1440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B6270"/>
                </a:solidFill>
                <a:latin typeface="Work Sans"/>
              </a:rPr>
              <a:t>Inverse dynamics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0" y="923400"/>
            <a:ext cx="97200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07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99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91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3999" y="125999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5999" y="125999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999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60000" y="125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1999" y="125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4000" y="125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7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99999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91999" y="315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15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5999" y="315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7999" y="315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60000" y="315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51999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44000" y="315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07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99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1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3999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75999" y="503999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7999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0000" y="503999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51999" y="503999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44000" y="503999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07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99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9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83999" y="693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75999" y="693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67999" y="693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60000" y="693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51999" y="693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44000" y="693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07999" y="882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99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91999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3999" y="882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75999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67999" y="882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60000" y="882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51999" y="882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44000" y="882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07999" y="1071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99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91999" y="1071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83999" y="1071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75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7999" y="1071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60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51999" y="1071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44000" y="1071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07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99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91999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83999" y="1260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75999" y="1260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667999" y="1260000"/>
            <a:ext cx="192000" cy="189000"/>
          </a:xfrm>
          <a:prstGeom prst="rect">
            <a:avLst/>
          </a:prstGeom>
          <a:solidFill>
            <a:srgbClr val="9673D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60000" y="1260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51999" y="1260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44000" y="1260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07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99999" y="1449000"/>
            <a:ext cx="192000" cy="189000"/>
          </a:xfrm>
          <a:prstGeom prst="rect">
            <a:avLst/>
          </a:prstGeom>
          <a:solidFill>
            <a:srgbClr val="EFE6FB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091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83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475999" y="1449000"/>
            <a:ext cx="192000" cy="189000"/>
          </a:xfrm>
          <a:prstGeom prst="rect">
            <a:avLst/>
          </a:prstGeom>
          <a:solidFill>
            <a:srgbClr val="DCCBF6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67999" y="1449000"/>
            <a:ext cx="192000" cy="189000"/>
          </a:xfrm>
          <a:prstGeom prst="rect">
            <a:avLst/>
          </a:prstGeom>
          <a:solidFill>
            <a:srgbClr val="C6AEF0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60000" y="1449000"/>
            <a:ext cx="192000" cy="189000"/>
          </a:xfrm>
          <a:prstGeom prst="rect">
            <a:avLst/>
          </a:prstGeom>
          <a:solidFill>
            <a:srgbClr val="7D58CC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51999" y="1449000"/>
            <a:ext cx="192000" cy="189000"/>
          </a:xfrm>
          <a:prstGeom prst="rect">
            <a:avLst/>
          </a:prstGeom>
          <a:solidFill>
            <a:srgbClr val="AE8FE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44000" y="1449000"/>
            <a:ext cx="192000" cy="189000"/>
          </a:xfrm>
          <a:prstGeom prst="rect">
            <a:avLst/>
          </a:prstGeom>
          <a:solidFill>
            <a:srgbClr val="6A44B8"/>
          </a:solidFill>
          <a:ln w="6350">
            <a:solidFill>
              <a:srgbClr val="5A3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61999" y="797400"/>
            <a:ext cx="1440000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572000" y="1638000"/>
            <a:ext cx="0" cy="27000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50000" y="1908000"/>
            <a:ext cx="6425999" cy="0"/>
          </a:xfrm>
          <a:prstGeom prst="line">
            <a:avLst/>
          </a:prstGeom>
          <a:ln w="22225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350000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42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0000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pic>
        <p:nvPicPr>
          <p:cNvPr id="91" name="Picture 90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2430000"/>
            <a:ext cx="1800000" cy="18000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413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491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2484000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91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pic>
        <p:nvPicPr>
          <p:cNvPr id="96" name="Picture 95" descr="p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999" y="2430000"/>
            <a:ext cx="1800000" cy="1800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556000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33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625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33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pic>
        <p:nvPicPr>
          <p:cNvPr id="101" name="Picture 100" descr="track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99" y="2430000"/>
            <a:ext cx="1800000" cy="18000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697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vis) per point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775999" y="1908000"/>
            <a:ext cx="0" cy="154800"/>
          </a:xfrm>
          <a:prstGeom prst="line">
            <a:avLst/>
          </a:prstGeom>
          <a:ln w="22225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67999" y="2070000"/>
            <a:ext cx="2015999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75999" y="2124000"/>
            <a:ext cx="1800000" cy="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pic>
        <p:nvPicPr>
          <p:cNvPr id="106" name="Picture 105" descr="ph_s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5999" y="2430000"/>
            <a:ext cx="1800000" cy="18000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839999" y="4302000"/>
            <a:ext cx="1871999" cy="25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F2433"/>
                </a:solidFill>
                <a:latin typeface="Work Sans"/>
              </a:rPr>
              <a:t>(X, Y, Z, vis) per point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8000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429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1999" y="1925999"/>
            <a:ext cx="2124000" cy="3167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