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397600" y="450000"/>
            <a:ext cx="230400" cy="0"/>
          </a:xfrm>
          <a:prstGeom prst="line">
            <a:avLst/>
          </a:prstGeom>
          <a:ln w="19050">
            <a:solidFill>
              <a:srgbClr val="7B82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2397600" y="946800"/>
            <a:ext cx="230400" cy="0"/>
          </a:xfrm>
          <a:prstGeom prst="line">
            <a:avLst/>
          </a:prstGeom>
          <a:ln w="19050">
            <a:solidFill>
              <a:srgbClr val="7B82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628000" y="450000"/>
            <a:ext cx="0" cy="496800"/>
          </a:xfrm>
          <a:prstGeom prst="line">
            <a:avLst/>
          </a:prstGeom>
          <a:ln w="19050">
            <a:solidFill>
              <a:srgbClr val="7B82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628000" y="698400"/>
            <a:ext cx="234000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862000" y="432000"/>
            <a:ext cx="792000" cy="532800"/>
          </a:xfrm>
          <a:prstGeom prst="roundRect">
            <a:avLst>
              <a:gd name="adj" fmla="val 15000"/>
            </a:avLst>
          </a:prstGeom>
          <a:solidFill>
            <a:srgbClr val="E3F2F1"/>
          </a:solidFill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3F949C"/>
                </a:solidFill>
                <a:latin typeface="Work Sans"/>
              </a:rPr>
              <a:t>IDM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36000" y="993599"/>
            <a:ext cx="1044000" cy="18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270"/>
                </a:solidFill>
                <a:latin typeface="Work Sans"/>
              </a:rPr>
              <a:t>Inverse dynamics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4000" y="698400"/>
            <a:ext cx="280800" cy="0"/>
          </a:xfrm>
          <a:prstGeom prst="line">
            <a:avLst/>
          </a:prstGeom>
          <a:ln w="22225">
            <a:solidFill>
              <a:srgbClr val="7B4F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941999" y="125999"/>
            <a:ext cx="155250" cy="164571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97250" y="125999"/>
            <a:ext cx="155250" cy="164571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2500" y="125999"/>
            <a:ext cx="155250" cy="164571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749" y="125999"/>
            <a:ext cx="155250" cy="164571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63000" y="125999"/>
            <a:ext cx="155250" cy="164571"/>
          </a:xfrm>
          <a:prstGeom prst="rect">
            <a:avLst/>
          </a:prstGeom>
          <a:solidFill>
            <a:srgbClr val="C6AEF0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18250" y="125999"/>
            <a:ext cx="155250" cy="164571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73500" y="125999"/>
            <a:ext cx="155250" cy="164571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8750" y="125999"/>
            <a:ext cx="155250" cy="164571"/>
          </a:xfrm>
          <a:prstGeom prst="rect">
            <a:avLst/>
          </a:prstGeom>
          <a:solidFill>
            <a:srgbClr val="7D58C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41999" y="290571"/>
            <a:ext cx="155250" cy="164571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97250" y="290571"/>
            <a:ext cx="155250" cy="164571"/>
          </a:xfrm>
          <a:prstGeom prst="rect">
            <a:avLst/>
          </a:prstGeom>
          <a:solidFill>
            <a:srgbClr val="EFE6FB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2500" y="290571"/>
            <a:ext cx="155250" cy="164571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07749" y="290571"/>
            <a:ext cx="155250" cy="164571"/>
          </a:xfrm>
          <a:prstGeom prst="rect">
            <a:avLst/>
          </a:prstGeom>
          <a:solidFill>
            <a:srgbClr val="EFE6FB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63000" y="290571"/>
            <a:ext cx="155250" cy="164571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18250" y="290571"/>
            <a:ext cx="155250" cy="164571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73500" y="290571"/>
            <a:ext cx="155250" cy="164571"/>
          </a:xfrm>
          <a:prstGeom prst="rect">
            <a:avLst/>
          </a:prstGeom>
          <a:solidFill>
            <a:srgbClr val="C6AEF0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8750" y="290571"/>
            <a:ext cx="155250" cy="164571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941999" y="455142"/>
            <a:ext cx="155250" cy="164571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097250" y="455142"/>
            <a:ext cx="155250" cy="164571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52500" y="455142"/>
            <a:ext cx="155250" cy="164571"/>
          </a:xfrm>
          <a:prstGeom prst="rect">
            <a:avLst/>
          </a:prstGeom>
          <a:solidFill>
            <a:srgbClr val="7D58C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07749" y="455142"/>
            <a:ext cx="155250" cy="164571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63000" y="455142"/>
            <a:ext cx="155250" cy="164571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18250" y="455142"/>
            <a:ext cx="155250" cy="164571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73500" y="455142"/>
            <a:ext cx="155250" cy="164571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8750" y="455142"/>
            <a:ext cx="155250" cy="164571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941999" y="619714"/>
            <a:ext cx="155250" cy="164571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097250" y="619714"/>
            <a:ext cx="155250" cy="164571"/>
          </a:xfrm>
          <a:prstGeom prst="rect">
            <a:avLst/>
          </a:prstGeom>
          <a:solidFill>
            <a:srgbClr val="7D58C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52500" y="619714"/>
            <a:ext cx="155250" cy="164571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407749" y="619714"/>
            <a:ext cx="155250" cy="164571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63000" y="619714"/>
            <a:ext cx="155250" cy="164571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718250" y="619714"/>
            <a:ext cx="155250" cy="164571"/>
          </a:xfrm>
          <a:prstGeom prst="rect">
            <a:avLst/>
          </a:prstGeom>
          <a:solidFill>
            <a:srgbClr val="7D58C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873500" y="619714"/>
            <a:ext cx="155250" cy="164571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28750" y="619714"/>
            <a:ext cx="155250" cy="164571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941999" y="784285"/>
            <a:ext cx="155250" cy="164571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097250" y="784285"/>
            <a:ext cx="155250" cy="164571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52500" y="784285"/>
            <a:ext cx="155250" cy="164571"/>
          </a:xfrm>
          <a:prstGeom prst="rect">
            <a:avLst/>
          </a:prstGeom>
          <a:solidFill>
            <a:srgbClr val="7D58C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07749" y="784285"/>
            <a:ext cx="155250" cy="164571"/>
          </a:xfrm>
          <a:prstGeom prst="rect">
            <a:avLst/>
          </a:prstGeom>
          <a:solidFill>
            <a:srgbClr val="EFE6FB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63000" y="784285"/>
            <a:ext cx="155250" cy="164571"/>
          </a:xfrm>
          <a:prstGeom prst="rect">
            <a:avLst/>
          </a:prstGeom>
          <a:solidFill>
            <a:srgbClr val="7D58C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718250" y="784285"/>
            <a:ext cx="155250" cy="164571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3500" y="784285"/>
            <a:ext cx="155250" cy="164571"/>
          </a:xfrm>
          <a:prstGeom prst="rect">
            <a:avLst/>
          </a:prstGeom>
          <a:solidFill>
            <a:srgbClr val="EFE6FB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8750" y="784285"/>
            <a:ext cx="155250" cy="164571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941999" y="948857"/>
            <a:ext cx="155250" cy="164571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097250" y="948857"/>
            <a:ext cx="155250" cy="164571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52500" y="948857"/>
            <a:ext cx="155250" cy="164571"/>
          </a:xfrm>
          <a:prstGeom prst="rect">
            <a:avLst/>
          </a:prstGeom>
          <a:solidFill>
            <a:srgbClr val="EFE6FB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407749" y="948857"/>
            <a:ext cx="155250" cy="164571"/>
          </a:xfrm>
          <a:prstGeom prst="rect">
            <a:avLst/>
          </a:prstGeom>
          <a:solidFill>
            <a:srgbClr val="C6AEF0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63000" y="948857"/>
            <a:ext cx="155250" cy="164571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718250" y="948857"/>
            <a:ext cx="155250" cy="164571"/>
          </a:xfrm>
          <a:prstGeom prst="rect">
            <a:avLst/>
          </a:prstGeom>
          <a:solidFill>
            <a:srgbClr val="EFE6FB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73500" y="948857"/>
            <a:ext cx="155250" cy="164571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028750" y="948857"/>
            <a:ext cx="155250" cy="164571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941999" y="1113428"/>
            <a:ext cx="155250" cy="164571"/>
          </a:xfrm>
          <a:prstGeom prst="rect">
            <a:avLst/>
          </a:prstGeom>
          <a:solidFill>
            <a:srgbClr val="C6AEF0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097250" y="1113428"/>
            <a:ext cx="155250" cy="164571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252500" y="1113428"/>
            <a:ext cx="155250" cy="164571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407749" y="1113428"/>
            <a:ext cx="155250" cy="164571"/>
          </a:xfrm>
          <a:prstGeom prst="rect">
            <a:avLst/>
          </a:prstGeom>
          <a:solidFill>
            <a:srgbClr val="7D58C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563000" y="1113428"/>
            <a:ext cx="155250" cy="164571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718250" y="1113428"/>
            <a:ext cx="155250" cy="164571"/>
          </a:xfrm>
          <a:prstGeom prst="rect">
            <a:avLst/>
          </a:prstGeom>
          <a:solidFill>
            <a:srgbClr val="7D58C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873500" y="1113428"/>
            <a:ext cx="155250" cy="164571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028750" y="1113428"/>
            <a:ext cx="155250" cy="164571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256000" y="590400"/>
            <a:ext cx="1224000" cy="216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F2433"/>
                </a:solidFill>
                <a:latin typeface="Work Sans"/>
              </a:rPr>
              <a:t>Latent attention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4563000" y="1278000"/>
            <a:ext cx="0" cy="108000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