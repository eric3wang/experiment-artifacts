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08000" y="360000"/>
            <a:ext cx="21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B5412F"/>
                </a:solidFill>
                <a:latin typeface="Work Sans"/>
              </a:rPr>
              <a:t>DPT Fusion</a:t>
            </a:r>
          </a:p>
        </p:txBody>
      </p:sp>
      <p:sp>
        <p:nvSpPr>
          <p:cNvPr id="9" name="Left Bracket 8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roup 9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1" name="Rectangle 10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9" name="Rectangle 18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7" name="Rectangle 26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6" name="Rectangle 35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Bracket 42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61999" y="1314000"/>
            <a:ext cx="20880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385"/>
                </a:solidFill>
                <a:latin typeface="Work Sans"/>
              </a:rPr>
              <a:t>layers 2 / 5 / 8  +  latent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4000" y="1818000"/>
            <a:ext cx="21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Tracking Head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3" name="Rectangle 52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61" name="Rectangle 60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Connector 61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9" name="Rectangle 68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Connector 75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2088000" y="2070000"/>
            <a:ext cx="720000" cy="1044000"/>
          </a:xfrm>
          <a:prstGeom prst="roundRect">
            <a:avLst>
              <a:gd name="adj" fmla="val 25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SA</a:t>
            </a:r>
          </a:p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Block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808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3236400" y="2224800"/>
            <a:ext cx="792000" cy="468000"/>
            <a:chOff x="3236400" y="2224800"/>
            <a:chExt cx="792000" cy="468000"/>
          </a:xfrm>
        </p:grpSpPr>
        <p:sp>
          <p:nvSpPr>
            <p:cNvPr id="80" name="Rectangle 79"/>
            <p:cNvSpPr/>
            <p:nvPr/>
          </p:nvSpPr>
          <p:spPr>
            <a:xfrm>
              <a:off x="3236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33948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553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711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8700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3236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3236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3175200" y="2286000"/>
            <a:ext cx="792000" cy="468000"/>
            <a:chOff x="3175200" y="2286000"/>
            <a:chExt cx="792000" cy="468000"/>
          </a:xfrm>
        </p:grpSpPr>
        <p:sp>
          <p:nvSpPr>
            <p:cNvPr id="88" name="Rectangle 87"/>
            <p:cNvSpPr/>
            <p:nvPr/>
          </p:nvSpPr>
          <p:spPr>
            <a:xfrm>
              <a:off x="3175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33336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492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650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808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3175200" y="2442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3175200" y="2598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/>
          <p:cNvGrpSpPr/>
          <p:nvPr/>
        </p:nvGrpSpPr>
        <p:grpSpPr>
          <a:xfrm>
            <a:off x="3114000" y="2347200"/>
            <a:ext cx="792000" cy="468000"/>
            <a:chOff x="3114000" y="2347200"/>
            <a:chExt cx="792000" cy="468000"/>
          </a:xfrm>
        </p:grpSpPr>
        <p:sp>
          <p:nvSpPr>
            <p:cNvPr id="96" name="Rectangle 95"/>
            <p:cNvSpPr/>
            <p:nvPr/>
          </p:nvSpPr>
          <p:spPr>
            <a:xfrm>
              <a:off x="3114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6"/>
            <p:cNvCxnSpPr/>
            <p:nvPr/>
          </p:nvCxnSpPr>
          <p:spPr>
            <a:xfrm>
              <a:off x="32724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430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589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747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3114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>
              <a:off x="3114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Connector 102"/>
          <p:cNvCxnSpPr/>
          <p:nvPr/>
        </p:nvCxnSpPr>
        <p:spPr>
          <a:xfrm>
            <a:off x="4086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4392000" y="2214000"/>
            <a:ext cx="1584000" cy="612000"/>
          </a:xfrm>
          <a:prstGeom prst="roundRect">
            <a:avLst>
              <a:gd name="adj" fmla="val 294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Cross-Attention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Decoder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92000" y="185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query  (u, v, t)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184000" y="2070000"/>
            <a:ext cx="0" cy="1368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976000" y="2520000"/>
            <a:ext cx="61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660000" y="2358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